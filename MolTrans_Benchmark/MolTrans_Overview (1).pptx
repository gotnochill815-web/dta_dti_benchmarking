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MolTrans as the DTI model we are adapting for our BindingDB regression task. Set expectations: architecture overview, then where our pipeline currently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MolTrans takes a drug SMILES and a protein sequence and predicts an interaction score. Useful framing for why DTI models matter for drug discovery / repurposing.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tokenization quality is foundational. Garbage tokenization = limited model input regardless of downstream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Pause on block 3 (interaction map) since it's the conceptual core and the most expensive computationally.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 if the mentor asks 'what does the model actually learn'. Use it to explain why fine-grained binding patterns are captured.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mentor: the architecture is general-purpose, but the output head and loss have to be deliberately matched to the label type we actually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slide to invite mentor input on mitigation strategy — shows awareness of the tradeoff rather than just reporting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here — this is a real, unresolved bug, framed as a debugging plan rather than a finished result. Good place to ask mentor for input on the NaN-masking hypothesis.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debugging blocker as the most important open item — it's the genuine next step, not a footnote.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731520" cy="54864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1463040"/>
            <a:ext cx="-1097280" cy="36576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828800"/>
            <a:ext cx="1463040" cy="36576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2194560"/>
            <a:ext cx="-822960" cy="457200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10344" y="83210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0341864" y="138074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9244584" y="174650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10707624" y="211226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9884664" y="25694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MolTrans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Tokenization, and Where It Fits in Our DTI Regression Pipeline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0972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Drug–Target Interaction Modeling · BindingDB Kd Regression Setup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MolTrans 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Drug–Target Interaction (DTI) prediction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3042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SMILES string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CC(=O)OC1=CC=CC=C1C(=O)O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60520" y="20116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86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3042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Target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80560" y="29260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amino acid sequence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MTEYKLVVVGAGGVGKSALT...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26680" y="2788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7726680" y="27249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8732520" y="2011680"/>
            <a:ext cx="2880360" cy="23774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052560" y="2304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052560" y="28803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score — binding affinity or probability of interaction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48463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lets us computationally screen likely drug–target pairs instead of testing every combination experimentally.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Representation: Tokenization Before Embedding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MolTrans never works on raw characters — both sides are broken into sub-sequence tokens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EAF7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side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characters carry too little chemistry on their own — binding depends on functional groups, rings, and local motifs, not single atoms.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18745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874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c1ccccc1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418320" y="18745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418320" y="1874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C(=O)O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26517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2651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418320" y="26517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418320" y="2651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EAF7F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23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side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68680" y="45262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depends on local motifs and neighboring residues — isolated amino acid letters lose that context.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863840" y="39776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863840" y="39776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MTEYK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418320" y="39776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418320" y="39776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LVVVG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863840" y="4754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863840" y="4754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AGGVG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418320" y="4754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9418320" y="4754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KSALT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representation learning happens at token level on both sides — not whole-string matching, not single-character encoding.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Four Blocks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drug/protein token → dense learnable vector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72968" y="32918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4688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Encoders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layers add context — separately for drug and protein tokens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007608" y="32918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688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Map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drug token compared against every protein token (m × n)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842248" y="32918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05256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2354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4688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544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Head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23544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Dense/conv layers → final score (binary or continuous)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is the heart of the model: it's what separates MolTrans from a simple “embed both → concatenate → MLP”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Drug–Protein Interaction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 of every drug token against every protein token → an m × n interaction tensor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26080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94760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32120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1508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92024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92024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2024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92024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92024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92024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560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56032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256032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56032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560320"/>
            <a:ext cx="813816" cy="585216"/>
          </a:xfrm>
          <a:prstGeom prst="rect">
            <a:avLst/>
          </a:prstGeom>
          <a:solidFill>
            <a:srgbClr val="02C39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56032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256032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200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320040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320040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20040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20040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20040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320040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840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384048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94760" y="384048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84048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32120" y="384048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384048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384048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44805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0" y="448056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4760" y="448056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448056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32120" y="448056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448056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9480" y="4480560"/>
            <a:ext cx="813816" cy="585216"/>
          </a:xfrm>
          <a:prstGeom prst="rect">
            <a:avLst/>
          </a:prstGeom>
          <a:solidFill>
            <a:srgbClr val="27424A"/>
          </a:solidFill>
          <a:ln w="6350">
            <a:solidFill>
              <a:srgbClr val="0E22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21031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(H-bond donor region) × p4 (active-site motif)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learned as a strong contributing pair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compressing drug → 1 vector and protein → 1 vector before comparing, MolTrans keeps token-level granularity through the comparison step.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Formulation Must Match Label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BindingDB Kd-based setup uses continuous affinity labels — not binary interaction labels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377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3.14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880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1.31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383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886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60520" y="169164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FBEEEC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/ AUPRC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assumes binary labels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169164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0" y="24688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/ MAE loss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Pearson/Spearman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matches continuous affinity labels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MolTrans Gets Expensive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tensor scales as drug tokens × protein tokens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423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are long → token counts climb fast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map grows in memory and compute, not just runtime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short drugs don't save us if the target protein is large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1371600"/>
            <a:ext cx="4343400" cy="429768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6916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limitation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23774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most important things to flag in a project update — it directly affects batch size, training time, and which protein targets are feasible to include.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89520" y="41148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options to discuss: sequence truncation, motif-based pre-filtering, or chunked attention.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Pipeline Stands Right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moltrans_regression_5epochs.pth — MolTrans-Small, BindingDB Kd regression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BEE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issue: all-zero predictions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423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collapses to all zeros. Current working hypothesis: silent NaN replacement somewhere in preprocessing is masking real model divergence during training.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plan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where NaNs are introduced (tokenization gaps vs. label transform)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NaN → 0 replacement is hiding divergence in loss curves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NaNs surfaced explicitly (assertions / logging) instead of silently filled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regression head (MSE/MAE) once inputs are confirmed clean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241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MolTrans: dual transformer encoders + explicit token-level drug–protein interaction map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 and loss must match label type — our setup needs a regression formulation, not classification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tensor (m × n) is the main compute/memory bottleneck as protein length grows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blocker: all-zero predictions, suspected NaN-masking in preprocessing — actively debugging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MolTrans: Architecture &amp; Application to DTI Regression</dc:title>
  <dc:subject>PptxGenJS Presentation</dc:subject>
  <dc:creator>P</dc:creator>
  <cp:lastModifiedBy>P</cp:lastModifiedBy>
  <cp:revision>1</cp:revision>
  <dcterms:created xsi:type="dcterms:W3CDTF">2026-06-25T10:03:56Z</dcterms:created>
  <dcterms:modified xsi:type="dcterms:W3CDTF">2026-06-25T10:03:56Z</dcterms:modified>
</cp:coreProperties>
</file>